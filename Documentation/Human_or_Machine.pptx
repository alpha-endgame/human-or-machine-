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70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Reddington" userId="1ce9b68b658f9412" providerId="LiveId" clId="{F84F4ECC-5BE2-4DEA-BA6A-389BAB1C9B2A}"/>
    <pc:docChg chg="custSel delSld modSld">
      <pc:chgData name="Ray Reddington" userId="1ce9b68b658f9412" providerId="LiveId" clId="{F84F4ECC-5BE2-4DEA-BA6A-389BAB1C9B2A}" dt="2026-10-05T19:58:57.844" v="26" actId="47"/>
      <pc:docMkLst>
        <pc:docMk/>
      </pc:docMkLst>
      <pc:sldChg chg="del">
        <pc:chgData name="Ray Reddington" userId="1ce9b68b658f9412" providerId="LiveId" clId="{F84F4ECC-5BE2-4DEA-BA6A-389BAB1C9B2A}" dt="2026-10-05T19:58:57.844" v="26" actId="47"/>
        <pc:sldMkLst>
          <pc:docMk/>
          <pc:sldMk cId="169303355" sldId="267"/>
        </pc:sldMkLst>
      </pc:sldChg>
      <pc:sldChg chg="addSp delSp modSp mod">
        <pc:chgData name="Ray Reddington" userId="1ce9b68b658f9412" providerId="LiveId" clId="{F84F4ECC-5BE2-4DEA-BA6A-389BAB1C9B2A}" dt="2026-09-11T08:52:26.573" v="2"/>
        <pc:sldMkLst>
          <pc:docMk/>
          <pc:sldMk cId="3154278126" sldId="268"/>
        </pc:sldMkLst>
        <pc:picChg chg="add mod">
          <ac:chgData name="Ray Reddington" userId="1ce9b68b658f9412" providerId="LiveId" clId="{F84F4ECC-5BE2-4DEA-BA6A-389BAB1C9B2A}" dt="2026-09-11T08:52:26.573" v="2"/>
          <ac:picMkLst>
            <pc:docMk/>
            <pc:sldMk cId="3154278126" sldId="268"/>
            <ac:picMk id="3" creationId="{D68A3F25-60A7-9573-5947-B81E1956147C}"/>
          </ac:picMkLst>
        </pc:picChg>
      </pc:sldChg>
      <pc:sldChg chg="addSp delSp modSp mod">
        <pc:chgData name="Ray Reddington" userId="1ce9b68b658f9412" providerId="LiveId" clId="{F84F4ECC-5BE2-4DEA-BA6A-389BAB1C9B2A}" dt="2026-09-11T08:52:48.517" v="5"/>
        <pc:sldMkLst>
          <pc:docMk/>
          <pc:sldMk cId="2158002128" sldId="269"/>
        </pc:sldMkLst>
        <pc:picChg chg="add mod">
          <ac:chgData name="Ray Reddington" userId="1ce9b68b658f9412" providerId="LiveId" clId="{F84F4ECC-5BE2-4DEA-BA6A-389BAB1C9B2A}" dt="2026-09-11T08:52:48.517" v="5"/>
          <ac:picMkLst>
            <pc:docMk/>
            <pc:sldMk cId="2158002128" sldId="269"/>
            <ac:picMk id="3" creationId="{19AA07F8-9E1F-4AA8-0C9D-D21446DEF933}"/>
          </ac:picMkLst>
        </pc:picChg>
      </pc:sldChg>
      <pc:sldChg chg="addSp delSp modSp mod">
        <pc:chgData name="Ray Reddington" userId="1ce9b68b658f9412" providerId="LiveId" clId="{F84F4ECC-5BE2-4DEA-BA6A-389BAB1C9B2A}" dt="2026-09-11T08:55:31.957" v="8"/>
        <pc:sldMkLst>
          <pc:docMk/>
          <pc:sldMk cId="917285454" sldId="270"/>
        </pc:sldMkLst>
        <pc:picChg chg="add mod">
          <ac:chgData name="Ray Reddington" userId="1ce9b68b658f9412" providerId="LiveId" clId="{F84F4ECC-5BE2-4DEA-BA6A-389BAB1C9B2A}" dt="2026-09-11T08:55:31.957" v="8"/>
          <ac:picMkLst>
            <pc:docMk/>
            <pc:sldMk cId="917285454" sldId="270"/>
            <ac:picMk id="3" creationId="{10336F68-BAF6-F6EF-C24D-A5E8A2923716}"/>
          </ac:picMkLst>
        </pc:picChg>
      </pc:sldChg>
      <pc:sldChg chg="addSp delSp modSp mod">
        <pc:chgData name="Ray Reddington" userId="1ce9b68b658f9412" providerId="LiveId" clId="{F84F4ECC-5BE2-4DEA-BA6A-389BAB1C9B2A}" dt="2026-09-11T08:56:40.109" v="11"/>
        <pc:sldMkLst>
          <pc:docMk/>
          <pc:sldMk cId="1078482873" sldId="271"/>
        </pc:sldMkLst>
        <pc:picChg chg="add mod">
          <ac:chgData name="Ray Reddington" userId="1ce9b68b658f9412" providerId="LiveId" clId="{F84F4ECC-5BE2-4DEA-BA6A-389BAB1C9B2A}" dt="2026-09-11T08:56:40.109" v="11"/>
          <ac:picMkLst>
            <pc:docMk/>
            <pc:sldMk cId="1078482873" sldId="271"/>
            <ac:picMk id="3" creationId="{A866AC08-AC5C-9A41-382C-B4F83EC2176F}"/>
          </ac:picMkLst>
        </pc:picChg>
      </pc:sldChg>
      <pc:sldChg chg="addSp delSp modSp mod">
        <pc:chgData name="Ray Reddington" userId="1ce9b68b658f9412" providerId="LiveId" clId="{F84F4ECC-5BE2-4DEA-BA6A-389BAB1C9B2A}" dt="2026-09-11T08:57:09.237" v="14"/>
        <pc:sldMkLst>
          <pc:docMk/>
          <pc:sldMk cId="3530635761" sldId="272"/>
        </pc:sldMkLst>
        <pc:picChg chg="add mod">
          <ac:chgData name="Ray Reddington" userId="1ce9b68b658f9412" providerId="LiveId" clId="{F84F4ECC-5BE2-4DEA-BA6A-389BAB1C9B2A}" dt="2026-09-11T08:57:09.237" v="14"/>
          <ac:picMkLst>
            <pc:docMk/>
            <pc:sldMk cId="3530635761" sldId="272"/>
            <ac:picMk id="3" creationId="{FEE8C3EB-A6C1-63EA-061C-CEE6A05697D0}"/>
          </ac:picMkLst>
        </pc:picChg>
      </pc:sldChg>
      <pc:sldChg chg="addSp delSp modSp mod">
        <pc:chgData name="Ray Reddington" userId="1ce9b68b658f9412" providerId="LiveId" clId="{F84F4ECC-5BE2-4DEA-BA6A-389BAB1C9B2A}" dt="2026-09-11T08:58:54.228" v="17"/>
        <pc:sldMkLst>
          <pc:docMk/>
          <pc:sldMk cId="3852353314" sldId="273"/>
        </pc:sldMkLst>
        <pc:picChg chg="add mod">
          <ac:chgData name="Ray Reddington" userId="1ce9b68b658f9412" providerId="LiveId" clId="{F84F4ECC-5BE2-4DEA-BA6A-389BAB1C9B2A}" dt="2026-09-11T08:58:54.228" v="17"/>
          <ac:picMkLst>
            <pc:docMk/>
            <pc:sldMk cId="3852353314" sldId="273"/>
            <ac:picMk id="3" creationId="{6FED4D35-8E19-A8D7-7D90-1BC004052A44}"/>
          </ac:picMkLst>
        </pc:picChg>
      </pc:sldChg>
      <pc:sldChg chg="addSp delSp mod">
        <pc:chgData name="Ray Reddington" userId="1ce9b68b658f9412" providerId="LiveId" clId="{F84F4ECC-5BE2-4DEA-BA6A-389BAB1C9B2A}" dt="2026-09-11T09:12:53.705" v="20" actId="22"/>
        <pc:sldMkLst>
          <pc:docMk/>
          <pc:sldMk cId="1098705247" sldId="275"/>
        </pc:sldMkLst>
        <pc:picChg chg="add">
          <ac:chgData name="Ray Reddington" userId="1ce9b68b658f9412" providerId="LiveId" clId="{F84F4ECC-5BE2-4DEA-BA6A-389BAB1C9B2A}" dt="2026-09-11T09:12:53.705" v="20" actId="22"/>
          <ac:picMkLst>
            <pc:docMk/>
            <pc:sldMk cId="1098705247" sldId="275"/>
            <ac:picMk id="5" creationId="{75945CAF-CC48-4749-9CBB-EAEFB8B5E02E}"/>
          </ac:picMkLst>
        </pc:picChg>
      </pc:sldChg>
      <pc:sldChg chg="addSp delSp modSp mod">
        <pc:chgData name="Ray Reddington" userId="1ce9b68b658f9412" providerId="LiveId" clId="{F84F4ECC-5BE2-4DEA-BA6A-389BAB1C9B2A}" dt="2026-09-11T09:32:58.101" v="25" actId="1035"/>
        <pc:sldMkLst>
          <pc:docMk/>
          <pc:sldMk cId="1584153051" sldId="276"/>
        </pc:sldMkLst>
        <pc:picChg chg="add mod">
          <ac:chgData name="Ray Reddington" userId="1ce9b68b658f9412" providerId="LiveId" clId="{F84F4ECC-5BE2-4DEA-BA6A-389BAB1C9B2A}" dt="2026-09-11T09:32:58.101" v="25" actId="1035"/>
          <ac:picMkLst>
            <pc:docMk/>
            <pc:sldMk cId="1584153051" sldId="276"/>
            <ac:picMk id="3" creationId="{C75C198A-CA68-5602-1BA3-67D8558B09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a_sleek_dark_cinematic_presentation_slide_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7F9FB"/>
                </a:solidFill>
                <a:latin typeface="Aptos"/>
              </a:rPr>
              <a:t>Kevin Mutua  •  Department of Computer Engineering  •  August 2026 –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A3F25-60A7-9573-5947-B81E1956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7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A07F8-9E1F-4AA8-0C9D-D21446DE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0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336F68-BAF6-F6EF-C24D-A5E8A2923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8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6AC08-AC5C-9A41-382C-B4F83EC21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8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E8C3EB-A6C1-63EA-061C-CEE6A0569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35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ED4D35-8E19-A8D7-7D90-1BC004052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5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8B266-DC61-CCC1-C2FA-4E5699E9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2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945CAF-CC48-4749-9CBB-EAEFB8B5E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05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C198A-CA68-5602-1BA3-67D8558B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9832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53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13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Ray Reddington</cp:lastModifiedBy>
  <cp:revision>3</cp:revision>
  <dcterms:created xsi:type="dcterms:W3CDTF">2026-09-09T18:03:11Z</dcterms:created>
  <dcterms:modified xsi:type="dcterms:W3CDTF">2026-10-05T19:58:59Z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30DF1F335AFD40FE9BAE16867EC0AB28_12</vt:lpwstr>
  </property>
</Properties>
</file>